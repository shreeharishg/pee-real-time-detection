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EdgeVision PPE Compliance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Technical Submission</a:t>
            </a:r>
          </a:p>
          <a:p>
            <a:r>
              <a:t>Production Model V3-HN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industrial safety monitoring is insufficient:</a:t>
            </a:r>
          </a:p>
          <a:p>
            <a:r>
              <a:t>• Human error and delayed detection</a:t>
            </a:r>
          </a:p>
          <a:p>
            <a:r>
              <a:t>• Simple object detection fails (e.g. helmet on table)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EdgeVision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multi-stage AI pipeline:</a:t>
            </a:r>
          </a:p>
          <a:p>
            <a:r>
              <a:t>• Person Tracking (ByteTrack)</a:t>
            </a:r>
          </a:p>
          <a:p>
            <a:r>
              <a:t>• PPE Detection (YOLOv8)</a:t>
            </a:r>
          </a:p>
          <a:p>
            <a:r>
              <a:t>• Spatial Association</a:t>
            </a:r>
          </a:p>
          <a:p>
            <a:r>
              <a:t>• Temporal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Pipeline: YOLO + ByteTrack</a:t>
            </a:r>
          </a:p>
          <a:p>
            <a:r>
              <a:t>• Backend: FastAPI REST API</a:t>
            </a:r>
          </a:p>
          <a:p>
            <a:r>
              <a:t>• Database: PostgreSQL</a:t>
            </a:r>
          </a:p>
          <a:p>
            <a:r>
              <a:t>• Frontend: Next.js Dashboard</a:t>
            </a:r>
          </a:p>
          <a:p>
            <a:r>
              <a:t>• Edge Target: Jetson via TensorRT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Statistics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 Baseline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Validation Accuracy (84.45% mAP50)</a:t>
            </a:r>
          </a:p>
          <a:p>
            <a:r>
              <a:t>• BUT high false positives in real-world scenarios</a:t>
            </a:r>
          </a:p>
          <a:p>
            <a:r>
              <a:t>• Example: Yellow pipes classified as helmets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V3-HN Hard-Negative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Trained with background images of visually similar objects</a:t>
            </a:r>
          </a:p>
          <a:p>
            <a:r>
              <a:t>• Eliminated 100% of real-world false positives</a:t>
            </a:r>
          </a:p>
          <a:p>
            <a:r>
              <a:t>• Maintained 84.20% mAP50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 Positive Elimination</a:t>
            </a:r>
          </a:p>
        </p:txBody>
      </p:sp>
      <p:pic>
        <p:nvPicPr>
          <p:cNvPr id="3" name="Picture 2" descr="false_posi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760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Accuracy Comparison</a:t>
            </a:r>
          </a:p>
        </p:txBody>
      </p:sp>
      <p:pic>
        <p:nvPicPr>
          <p:cNvPr id="3" name="Picture 2" descr="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760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Speed (FPS)</a:t>
            </a:r>
          </a:p>
        </p:txBody>
      </p:sp>
      <p:pic>
        <p:nvPicPr>
          <p:cNvPr id="3" name="Picture 2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ONNX Export Script Prepared</a:t>
            </a:r>
          </a:p>
          <a:p>
            <a:r>
              <a:t>• TensorRT Execution Pipeline Validated</a:t>
            </a:r>
          </a:p>
          <a:p>
            <a:r>
              <a:t>• Jetson Hardware Benchmarks: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Dashboard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Next.js Frontend operational</a:t>
            </a:r>
          </a:p>
          <a:p>
            <a:r>
              <a:t>• Live Monitoring &amp; Evidence viewing</a:t>
            </a:r>
          </a:p>
          <a:p>
            <a:r>
              <a:t>• FastAPI Backend successfully tested (100% Pytest PASS)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Boots/Harness Unsupported (Pending dataset collection)</a:t>
            </a:r>
          </a:p>
          <a:p>
            <a:r>
              <a:t>• Jetson Physical Validation Required</a:t>
            </a:r>
          </a:p>
          <a:p>
            <a:r>
              <a:t>• Future: Multi-camera DeepStream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